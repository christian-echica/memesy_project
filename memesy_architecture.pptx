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Memesy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AC8"/>
                </a:solidFill>
              </a:rPr>
              <a:t>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8AA"/>
                </a:solidFill>
              </a:rPr>
              <a:t>DevOps Interview  ·  C2C Meme Marketplace  ·  us-east-1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297680"/>
            <a:ext cx="100584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005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ALB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297680"/>
            <a:ext cx="100584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ECS Fargate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4297680"/>
            <a:ext cx="100584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4297680"/>
            <a:ext cx="100584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297680"/>
            <a:ext cx="100584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297680"/>
            <a:ext cx="1005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SQS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4297680"/>
            <a:ext cx="1005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59" y="4297680"/>
            <a:ext cx="1005840" cy="34747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Terraform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A745"/>
                </a:solidFill>
              </a:rPr>
              <a:t>✓ 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1 —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React + TypeScript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User opens browser → loads the Memesy SPA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React app compiled to static HTML/JS/CSS files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No server runs at runtime — the app is just files on S3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CloudFront serves those files from nearest US edge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REACT + TYPESCRIPT?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SPA = no server cost for page rendering — static hosting only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TypeScript catches bugs at build time, not in production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Component model maps directly to marketplace UI (listings, cart, seller dashboard)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Static files on S3 + CloudFront = near-zero latency for 1M MAU at minimal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2 — Edge / CDN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CloudFront + WAF ·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All requests hit CloudFront first — the global edge network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WAF inspects every request: blocks bots, DDoS floods, SQL injection attempts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Static assets (React, images) served directly from edge cache — never reaches backend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Only dynamic API calls forwarded to ALB → Flask services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⑤ Media assets (meme files) stored privately in S3, served via signed CloudFront URLs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CLOUDFRONT + WAF + S3?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US-only launch requirement: CloudFront edge nodes across the US keep latency &lt;30ms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WAF is the security gate — no bots, scrapers, or DDoS reach the app servers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S3 raw bucket is never public — buyers only get time-limited signed URLs per purchase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Offloading static assets to CDN means Flask services handle only business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3 — Load 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AWS Application Load Balancer (ALB)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CloudFront forwards API requests to the ALB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ALB inspects the URL path and routes to the right ECS service: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      /api/listings/*  →  Listing service target group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      /api/orders/*    →  Order service target group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      /api/payments/*  →  Payment service target group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ALB health-checks each Fargate task — unhealthy tasks removed automatically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TLS terminated here using ACM certificate — Flask speaks plain HTTP internally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AWS ALB OVER NGINX?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Fully managed — no container to operate, patch, or monitor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Native ECS integration: registers/deregisters Fargate tasks as they auto-scale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Path-based routing eliminates need for NGINX config files and reloads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Multi-AZ by default — no single point of failure that a self-managed NGINX task would introduce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ACM certificate management is automatic — no manual cert renewal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4 —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ECS Fargate · Flask · JWT · Celery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ALB routes request to the correct Flask service (Listing / Order / Payment)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Flask (Listing): checks Redis cache → hit returns instantly / miss queries PostgreSQL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Flask (Auth): validates email + password → issues JWT → stores session in Redis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Flask (Payment): initiates Stripe checkout → receives webhook → publishes to SQS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⑤ Celery workers run async: thumbnail gen, metadata extract, cache invalidation, emails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⑥ ECS Fargate scales tasks horizontally based on CPU/request 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THIS BACKEND STACK?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Flask is lightweight — fast to build, strong Python ecosystem (boto3, Pillow, Stripe SDK)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Three separate services = independent scaling (listing load ≠ payment load)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JWT + Redis: stateless auth that validates in &lt;1ms on every request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Celery offloads slow tasks (thumbnails, emails) — API response time unaffected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ECS Fargate: no EC2 cluster to manage — handles 20–30K peak concurrency per requirement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5 —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PostgreSQL (RDS) · Redis (ElastiCache)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PostgreSQL is the source of truth — users, listings, orders, tokens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JSONB columns store flexible listing attributes (video duration, image dimensions, audio bitrate)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Redis sits in front of PostgreSQL for all browse requests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Cache hit → data returned in &lt;1ms, PostgreSQL not touched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⑤ Cache miss → PostgreSQL queried → result stored in Redis → returned to buyer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⑥ RDS Multi-AZ: automatic failover if primary DB instance fails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POSTGRESQL + REDIS?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JSONB requirement: meme formats have different attributes — JSONB avoids schema migrations per format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Equal listing/browse load requirement: Redis absorbs browse traffic so DB handles writes cleanly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ElastiCache Redis also serves as JWT session store AND Celery broker — one service, three jobs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RDS Multi-AZ satisfies the 1M MAU availability requirement without manual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6 — Async /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SQS · Lambda · Stripe · 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Buyer completes checkout → Stripe Payment Intent confirms → webhook fires to Flask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Flask publishes purchase event to SQS queue — event guaranteed, never lost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Lambda triggered by SQS: generates a buyer-scoped CloudFront signed URL per asset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SES emails the buyer their unique access links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⑤ Celery updates seller sales record in PostgreSQL → SES sends seller sale confirmation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⑥ If Lambda fails: SQS auto-retries → after max retries moves to Dead Letter Queue (DLQ)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SQS + LAMBDA + STRIPE + SES?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Purchase requirement: one payment, multiple assets — Stripe Payment Intents handle this natively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Unique access link requirement: Lambda generates buyer-scoped signed URLs — one S3 file, infinite buyers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SQS guarantees no purchase event is silently lost even if Lambda or downstream services fail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DLQ ensures ops team can inspect and replay failed purchase events — no revenue lost silently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SES for transactional email: AWS-managed, scales to 1M MAU without SMTP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7 — DevOps /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GitHub Actions · Docker ·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474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HAPPENS  / 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EE2E6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① Developer pushes code → GitHub Actions pipeline triggers automatically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② Actions: run tests → build Docker image → push to ECR (Elastic Container Registry)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③ Actions: run Terraform plan → apply → ECS service updated with new image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④ Terraform manages all AWS infra as code: VPC, ALB, ECS, RDS, ElastiCache, SQS, IAM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D3A4A"/>
                </a:solidFill>
              </a:rPr>
              <a:t>⑤ Docker ensures identical environment from dev laptop → staging →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GITHUB ACTIONS + DOCKER + TERRAFORM?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577840" cy="4206240"/>
          </a:xfrm>
          <a:prstGeom prst="rect">
            <a:avLst/>
          </a:prstGeom>
          <a:solidFill>
            <a:srgbClr val="FFFBF2"/>
          </a:solidFill>
          <a:ln w="12700">
            <a:solidFill>
              <a:srgbClr val="FFBA5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1M MAU in Q1 requirement: Terraform lets us spin up identical staging + prod envs in minutes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Docker containers eliminate "works on my machine" — same image runs everywhere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GitHub Actions is free for public repos, integrates with ECR/ECS natively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All infra in version control — every change is reviewed, auditable, and reversible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A2800"/>
                </a:solidFill>
              </a:rPr>
              <a:t>✦ No manual console clicking — consistent, reproducible infrastructure on every 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Memesy Production Stack  ·  DevOps Interview  ·  Region: us-east-1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